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2321CD-E9AF-0BA2-0D0C-127EA0649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000" y="5867400"/>
            <a:ext cx="5943600" cy="26670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5B175C-470A-9C29-B63A-16D3DD627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547209"/>
              </p:ext>
            </p:extLst>
          </p:nvPr>
        </p:nvGraphicFramePr>
        <p:xfrm>
          <a:off x="10033000" y="6088380"/>
          <a:ext cx="5943600" cy="22250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8874822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575253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Roll No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696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Japneet Kaur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2520982601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96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Lovegeet Kaur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2520982626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337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Mayank Garg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2520982644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49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Kanica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2520982607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655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Priyanshi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2520982689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25757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D00335E-45EC-C147-D374-8008262F925C}"/>
              </a:ext>
            </a:extLst>
          </p:cNvPr>
          <p:cNvSpPr txBox="1"/>
          <p:nvPr/>
        </p:nvSpPr>
        <p:spPr>
          <a:xfrm>
            <a:off x="14376400" y="76200"/>
            <a:ext cx="2060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Mayank Garg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6CE6AA-6737-9785-BAE9-CC83E336FA7E}"/>
              </a:ext>
            </a:extLst>
          </p:cNvPr>
          <p:cNvSpPr txBox="1"/>
          <p:nvPr/>
        </p:nvSpPr>
        <p:spPr>
          <a:xfrm>
            <a:off x="14528800" y="66403"/>
            <a:ext cx="2060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Mayank Garg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832037-10F8-C60D-77CD-214FE2A4DD0B}"/>
              </a:ext>
            </a:extLst>
          </p:cNvPr>
          <p:cNvSpPr txBox="1"/>
          <p:nvPr/>
        </p:nvSpPr>
        <p:spPr>
          <a:xfrm>
            <a:off x="14528800" y="66403"/>
            <a:ext cx="2060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Japneet Kaur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748ECB-CBFD-242F-BB52-5F8A59AA92C2}"/>
              </a:ext>
            </a:extLst>
          </p:cNvPr>
          <p:cNvSpPr txBox="1"/>
          <p:nvPr/>
        </p:nvSpPr>
        <p:spPr>
          <a:xfrm>
            <a:off x="14528800" y="66403"/>
            <a:ext cx="2060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Japneet Kaur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CF832B-0BED-A8C4-A690-2EE4E78E1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600200"/>
            <a:ext cx="14859000" cy="7239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37D37B-36CD-A6AC-7DEC-A717F4C3AB8A}"/>
              </a:ext>
            </a:extLst>
          </p:cNvPr>
          <p:cNvSpPr txBox="1"/>
          <p:nvPr/>
        </p:nvSpPr>
        <p:spPr>
          <a:xfrm>
            <a:off x="14528800" y="66403"/>
            <a:ext cx="2060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Lovegeet Kaur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D1C5C5-05B3-1454-B038-C1790562D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2209800"/>
            <a:ext cx="15468601" cy="6248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679D96-41CD-5AAB-2E01-F43764123AC4}"/>
              </a:ext>
            </a:extLst>
          </p:cNvPr>
          <p:cNvSpPr txBox="1"/>
          <p:nvPr/>
        </p:nvSpPr>
        <p:spPr>
          <a:xfrm>
            <a:off x="14528800" y="66403"/>
            <a:ext cx="2060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Lovegeet Kaur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75A392-D24D-12B1-BDA7-0941679DB94B}"/>
              </a:ext>
            </a:extLst>
          </p:cNvPr>
          <p:cNvSpPr txBox="1"/>
          <p:nvPr/>
        </p:nvSpPr>
        <p:spPr>
          <a:xfrm>
            <a:off x="13690600" y="38100"/>
            <a:ext cx="2060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Priyanshi Lamba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CAA7CC-4571-2AA7-30B4-5D2ECA70F222}"/>
              </a:ext>
            </a:extLst>
          </p:cNvPr>
          <p:cNvSpPr txBox="1"/>
          <p:nvPr/>
        </p:nvSpPr>
        <p:spPr>
          <a:xfrm>
            <a:off x="14376400" y="64226"/>
            <a:ext cx="2060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Priyanshi Lamba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5B609E-2B47-F3B3-29D0-2D3DCDE3A10F}"/>
              </a:ext>
            </a:extLst>
          </p:cNvPr>
          <p:cNvSpPr txBox="1"/>
          <p:nvPr/>
        </p:nvSpPr>
        <p:spPr>
          <a:xfrm>
            <a:off x="14757400" y="38100"/>
            <a:ext cx="2060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Kanica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2DC46F-F150-9271-81C5-23801A8BE779}"/>
              </a:ext>
            </a:extLst>
          </p:cNvPr>
          <p:cNvSpPr txBox="1"/>
          <p:nvPr/>
        </p:nvSpPr>
        <p:spPr>
          <a:xfrm>
            <a:off x="14757400" y="152400"/>
            <a:ext cx="2060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Kanica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34</Words>
  <Application>Microsoft Office PowerPoint</Application>
  <PresentationFormat>Custom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Priyanshi Lamba</cp:lastModifiedBy>
  <cp:revision>3</cp:revision>
  <dcterms:created xsi:type="dcterms:W3CDTF">2006-08-16T00:00:00Z</dcterms:created>
  <dcterms:modified xsi:type="dcterms:W3CDTF">2026-04-30T03:54:24Z</dcterms:modified>
</cp:coreProperties>
</file>